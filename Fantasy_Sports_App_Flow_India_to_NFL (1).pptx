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-2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Fantasy Sports App – Working Model (India)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t>Explaining Dream11 / Vision11 flow using Cricket Example</a:t>
            </a:r>
          </a:p>
          <a:p>
            <a:r>
              <a:t>(Client Reference for NFL Fantasy App)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Match Example Used in This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Cricket Match: India vs Pakistan</a:t>
            </a:r>
          </a:p>
          <a:p>
            <a:r>
              <a:t>Total Users: 10</a:t>
            </a:r>
          </a:p>
          <a:p>
            <a:r>
              <a:t>Each user creates 1 fantasy team</a:t>
            </a:r>
          </a:p>
          <a:p>
            <a:r>
              <a:t>Players selected from both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Creation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selects a match (India vs Pakistan)</a:t>
            </a:r>
          </a:p>
          <a:p>
            <a:r>
              <a:t>User gets 100 credits (example)</a:t>
            </a:r>
          </a:p>
          <a:p>
            <a:r>
              <a:t>User selects 11 players from both teams</a:t>
            </a:r>
          </a:p>
          <a:p>
            <a:r>
              <a:t>Combination: Batsmen, Bowlers, All-rounders, Wicket-keeper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Player Pool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India: Rohit Sharma, Virat Kohli, Jasprit Bumrah, Hardik Pandya</a:t>
            </a:r>
          </a:p>
          <a:p>
            <a:r>
              <a:t>Pakistan: Babar Azam, Rizwan, Shaheen Afridi, Shadab Khan</a:t>
            </a:r>
          </a:p>
          <a:p>
            <a:r>
              <a:t>Users can pick players from both teams</a:t>
            </a:r>
          </a:p>
          <a:p>
            <a:r>
              <a:t>Max players per team rule applies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Captain &amp; Vice-Captain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selects 1 Captain and 1 Vice-Captain</a:t>
            </a:r>
          </a:p>
          <a:p>
            <a:r>
              <a:t>Captain gets 2x points</a:t>
            </a:r>
          </a:p>
          <a:p>
            <a:r>
              <a:t>Vice-Captain gets 1.5x points</a:t>
            </a:r>
          </a:p>
          <a:p>
            <a:r>
              <a:t>This impacts leaderboard ranking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Fantasy Point System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Run: +1 point</a:t>
            </a:r>
          </a:p>
          <a:p>
            <a:r>
              <a:t>Four: +1 bonus</a:t>
            </a:r>
          </a:p>
          <a:p>
            <a:r>
              <a:t>Six: +2 bonus</a:t>
            </a:r>
          </a:p>
          <a:p>
            <a:r>
              <a:t>Wicket: +25 points</a:t>
            </a:r>
          </a:p>
          <a:p>
            <a:r>
              <a:t>Catch: +8 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Match → Fantasy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 match data is tracked ball-by-ball</a:t>
            </a:r>
          </a:p>
          <a:p>
            <a:r>
              <a:t>Each action updates fantasy points</a:t>
            </a:r>
          </a:p>
          <a:p>
            <a:r>
              <a:t>User team score updates in real-time</a:t>
            </a:r>
          </a:p>
          <a:p>
            <a:r>
              <a:t>Leaderboard ranking changes dynamically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Contests &amp; Leaderboard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join paid or free contests</a:t>
            </a:r>
          </a:p>
          <a:p>
            <a:r>
              <a:t>All 10 users compete together</a:t>
            </a:r>
          </a:p>
          <a:p>
            <a:r>
              <a:t>Teams ranked by total fantasy points</a:t>
            </a:r>
          </a:p>
          <a:p>
            <a:r>
              <a:t>Top users win prizes or rewards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&amp; Winner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match ends, final points calculated</a:t>
            </a:r>
          </a:p>
          <a:p>
            <a:r>
              <a:t>Leaderboard is locked</a:t>
            </a:r>
          </a:p>
          <a:p>
            <a:r>
              <a:t>Winners announced</a:t>
            </a:r>
          </a:p>
          <a:p>
            <a:r>
              <a:t>Rewards distributed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Mapping Cricket Fantasy → NFL Fantasy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Cricket players → NFL players</a:t>
            </a:r>
          </a:p>
          <a:p>
            <a:r>
              <a:t>Runs/Wickets → Yards/Touchdowns</a:t>
            </a:r>
          </a:p>
          <a:p>
            <a:r>
              <a:t>Match → Game week</a:t>
            </a:r>
          </a:p>
          <a:p>
            <a:r>
              <a:t>Same team creation &amp; scoring logic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276</Words>
  <Application>Microsoft Macintosh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Fantasy Sports App – Working Model (India)</vt:lpstr>
      <vt:lpstr>Match Example Used in This Flow</vt:lpstr>
      <vt:lpstr>Team Creation Flow</vt:lpstr>
      <vt:lpstr>Sample Player Pool</vt:lpstr>
      <vt:lpstr>Captain &amp; Vice-Captain Rules</vt:lpstr>
      <vt:lpstr>Fantasy Point System (Example)</vt:lpstr>
      <vt:lpstr>Live Match → Fantasy Points</vt:lpstr>
      <vt:lpstr>Contests &amp; Leaderboard</vt:lpstr>
      <vt:lpstr>Result &amp; Winner Declaration</vt:lpstr>
      <vt:lpstr>Mapping Cricket Fantasy → NFL Fantasy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Fantasy Sports App – Working Model (India)</dc:title>
  <dc:subject/>
  <dc:creator/>
  <cp:keywords/>
  <dc:description>generated using python-pptx</dc:description>
  <cp:lastModifiedBy>pc</cp:lastModifiedBy>
  <cp:revision>2</cp:revision>
  <dcterms:created xsi:type="dcterms:W3CDTF">2013-01-27T09:14:16Z</dcterms:created>
  <dcterms:modified xsi:type="dcterms:W3CDTF">2025-12-18T16:03:24Z</dcterms:modified>
  <cp:category/>
</cp:coreProperties>
</file>